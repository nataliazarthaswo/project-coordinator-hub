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gama-leasing-operativo-spa-modern-secops-2026-07-08</a:t>
            </a:r>
          </a:p>
          <a:p>
            <a:r>
              <a:rPr sz="1800">
                <a:solidFill>
                  <a:srgbClr val="00A9E0"/>
                </a:solidFill>
              </a:rPr>
              <a:t>Presentacion ejecutiva  ·  2026-04-27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Sobre 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487E"/>
                </a:solidFill>
              </a:rPr>
              <a:t>• Cliente: Gama</a:t>
            </a:r>
          </a:p>
          <a:p>
            <a:r>
              <a:rPr sz="1800">
                <a:solidFill>
                  <a:srgbClr val="1F487E"/>
                </a:solidFill>
              </a:rPr>
              <a:t>• Codigo: gama-leasing-operativo-spa-modern-secops-2026-07-08</a:t>
            </a:r>
          </a:p>
          <a:p>
            <a:r>
              <a:rPr sz="1800">
                <a:solidFill>
                  <a:srgbClr val="1F487E"/>
                </a:solidFill>
              </a:rPr>
              <a:t>• Iniciativa: ver README del proyecto</a:t>
            </a:r>
          </a:p>
          <a:p>
            <a:r>
              <a:rPr sz="1800">
                <a:solidFill>
                  <a:srgbClr val="1F487E"/>
                </a:solidFill>
              </a:rPr>
              <a:t>• Fecha inicio: 2026-07-08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Estado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487E"/>
                </a:solidFill>
              </a:rPr>
              <a:t>• Estado general: Por definir</a:t>
            </a:r>
          </a:p>
          <a:p>
            <a:r>
              <a:rPr sz="1800">
                <a:solidFill>
                  <a:srgbClr val="1F487E"/>
                </a:solidFill>
              </a:rPr>
              <a:t>• Avances clave: Por completar</a:t>
            </a:r>
          </a:p>
          <a:p>
            <a:r>
              <a:rPr sz="1800">
                <a:solidFill>
                  <a:srgbClr val="1F487E"/>
                </a:solidFill>
              </a:rPr>
              <a:t>• Riesgos activos: Por completar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Seguimiento de tareas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487E"/>
                </a:solidFill>
              </a:rPr>
              <a:t>• - [ ] Tarea | Responsable | Prioridad | Fecha objetivo</a:t>
            </a:r>
          </a:p>
          <a:p>
            <a:r>
              <a:rPr sz="1800">
                <a:solidFill>
                  <a:srgbClr val="1F487E"/>
                </a:solidFill>
              </a:rPr>
              <a:t>• - [ ] Tarea | Responsable | Progreso | Proximo hito</a:t>
            </a:r>
          </a:p>
          <a:p>
            <a:r>
              <a:rPr sz="1800">
                <a:solidFill>
                  <a:srgbClr val="1F487E"/>
                </a:solidFill>
              </a:rPr>
              <a:t>• - [ ] Tarea | Bloqueo | Responsable desbloqueo | ETA</a:t>
            </a:r>
          </a:p>
          <a:p>
            <a:r>
              <a:rPr sz="1800">
                <a:solidFill>
                  <a:srgbClr val="1F487E"/>
                </a:solidFill>
              </a:rPr>
              <a:t>• - [x]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Proximos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487E"/>
                </a:solidFill>
              </a:rPr>
              <a:t>• Completar minuta de kickoff</a:t>
            </a:r>
          </a:p>
          <a:p>
            <a:r>
              <a:rPr sz="1800">
                <a:solidFill>
                  <a:srgbClr val="1F487E"/>
                </a:solidFill>
              </a:rPr>
              <a:t>• Registrar horas del equipo</a:t>
            </a:r>
          </a:p>
          <a:p>
            <a:r>
              <a:rPr sz="1800">
                <a:solidFill>
                  <a:srgbClr val="1F487E"/>
                </a:solidFill>
              </a:rPr>
              <a:t>• Definir riesgos y acuerdos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87E"/>
                </a:solidFill>
              </a:rPr>
              <a:t>Contacto y cierre</a:t>
            </a:r>
          </a:p>
          <a:p>
            <a:r>
              <a:rPr sz="1800">
                <a:solidFill>
                  <a:srgbClr val="00A9E0"/>
                </a:solidFill>
              </a:rPr>
              <a:t>Project Coordinator Hub · 2026-04-27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